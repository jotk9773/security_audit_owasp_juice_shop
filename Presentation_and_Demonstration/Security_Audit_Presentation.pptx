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BM Plex Sans Medium" panose="020B0604020202020204" charset="0"/>
      <p:regular r:id="rId20"/>
    </p:embeddedFont>
    <p:embeddedFont>
      <p:font typeface="Roboto" panose="020B0604020202020204" charset="0"/>
      <p:regular r:id="rId21"/>
    </p:embeddedFont>
    <p:embeddedFont>
      <p:font typeface="Roboto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1" d="100"/>
          <a:sy n="61" d="100"/>
        </p:scale>
        <p:origin x="8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b89b4bd4da123372" providerId="LiveId" clId="{0D35E421-9916-4C8E-817F-5031B1E5BA24}"/>
    <pc:docChg chg="undo custSel modSld modMainMaster">
      <pc:chgData name="" userId="b89b4bd4da123372" providerId="LiveId" clId="{0D35E421-9916-4C8E-817F-5031B1E5BA24}" dt="2026-08-08T07:49:37.337" v="561" actId="403"/>
      <pc:docMkLst>
        <pc:docMk/>
      </pc:docMkLst>
      <pc:sldChg chg="delSp modSp">
        <pc:chgData name="" userId="b89b4bd4da123372" providerId="LiveId" clId="{0D35E421-9916-4C8E-817F-5031B1E5BA24}" dt="2026-08-08T07:18:39.767" v="132" actId="20577"/>
        <pc:sldMkLst>
          <pc:docMk/>
          <pc:sldMk cId="0" sldId="256"/>
        </pc:sldMkLst>
        <pc:spChg chg="mod">
          <ac:chgData name="" userId="b89b4bd4da123372" providerId="LiveId" clId="{0D35E421-9916-4C8E-817F-5031B1E5BA24}" dt="2026-08-08T07:16:17.690" v="93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" userId="b89b4bd4da123372" providerId="LiveId" clId="{0D35E421-9916-4C8E-817F-5031B1E5BA24}" dt="2026-08-08T07:16:50.597" v="99" actId="403"/>
          <ac:spMkLst>
            <pc:docMk/>
            <pc:sldMk cId="0" sldId="256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16:57.400" v="10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18:39.767" v="13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17:15.565" v="104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17:50.551" v="11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18:20.365" v="124" actId="12"/>
          <ac:spMkLst>
            <pc:docMk/>
            <pc:sldMk cId="0" sldId="256"/>
            <ac:spMk id="9" creationId="{00000000-0000-0000-0000-000000000000}"/>
          </ac:spMkLst>
        </pc:spChg>
        <pc:spChg chg="mod">
          <ac:chgData name="" userId="b89b4bd4da123372" providerId="LiveId" clId="{0D35E421-9916-4C8E-817F-5031B1E5BA24}" dt="2026-08-08T07:17:41.615" v="109" actId="1076"/>
          <ac:spMkLst>
            <pc:docMk/>
            <pc:sldMk cId="0" sldId="256"/>
            <ac:spMk id="10" creationId="{00000000-0000-0000-0000-000000000000}"/>
          </ac:spMkLst>
        </pc:spChg>
        <pc:picChg chg="del mod">
          <ac:chgData name="" userId="b89b4bd4da123372" providerId="LiveId" clId="{0D35E421-9916-4C8E-817F-5031B1E5BA24}" dt="2026-08-08T07:16:04.034" v="91" actId="478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">
        <pc:chgData name="" userId="b89b4bd4da123372" providerId="LiveId" clId="{0D35E421-9916-4C8E-817F-5031B1E5BA24}" dt="2026-08-08T07:19:23.448" v="140" actId="403"/>
        <pc:sldMkLst>
          <pc:docMk/>
          <pc:sldMk cId="0" sldId="257"/>
        </pc:sldMkLst>
        <pc:spChg chg="mod">
          <ac:chgData name="" userId="b89b4bd4da123372" providerId="LiveId" clId="{0D35E421-9916-4C8E-817F-5031B1E5BA24}" dt="2026-08-08T07:15:26.393" v="8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19:07.471" v="136" actId="1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" userId="b89b4bd4da123372" providerId="LiveId" clId="{0D35E421-9916-4C8E-817F-5031B1E5BA24}" dt="2026-08-08T07:18:59.602" v="135" actId="403"/>
          <ac:spMkLst>
            <pc:docMk/>
            <pc:sldMk cId="0" sldId="257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19:13.667" v="137" actId="113"/>
          <ac:spMkLst>
            <pc:docMk/>
            <pc:sldMk cId="0" sldId="257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19:23.448" v="140" actId="403"/>
          <ac:spMkLst>
            <pc:docMk/>
            <pc:sldMk cId="0" sldId="257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14:52.884" v="80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14:45.913" v="78" actId="1076"/>
          <ac:spMkLst>
            <pc:docMk/>
            <pc:sldMk cId="0" sldId="257"/>
            <ac:spMk id="8" creationId="{00000000-0000-0000-0000-000000000000}"/>
          </ac:spMkLst>
        </pc:spChg>
        <pc:picChg chg="del">
          <ac:chgData name="" userId="b89b4bd4da123372" providerId="LiveId" clId="{0D35E421-9916-4C8E-817F-5031B1E5BA24}" dt="2026-08-08T07:13:38.496" v="72" actId="478"/>
          <ac:picMkLst>
            <pc:docMk/>
            <pc:sldMk cId="0" sldId="257"/>
            <ac:picMk id="9" creationId="{00000000-0000-0000-0000-000000000000}"/>
          </ac:picMkLst>
        </pc:picChg>
        <pc:picChg chg="add mod">
          <ac:chgData name="" userId="b89b4bd4da123372" providerId="LiveId" clId="{0D35E421-9916-4C8E-817F-5031B1E5BA24}" dt="2026-08-08T07:15:10.276" v="84" actId="1076"/>
          <ac:picMkLst>
            <pc:docMk/>
            <pc:sldMk cId="0" sldId="257"/>
            <ac:picMk id="10" creationId="{7BF33469-E7B6-404F-AB38-274F9A95BBE8}"/>
          </ac:picMkLst>
        </pc:picChg>
      </pc:sldChg>
      <pc:sldChg chg="modSp">
        <pc:chgData name="" userId="b89b4bd4da123372" providerId="LiveId" clId="{0D35E421-9916-4C8E-817F-5031B1E5BA24}" dt="2026-08-08T07:21:05.641" v="178" actId="1076"/>
        <pc:sldMkLst>
          <pc:docMk/>
          <pc:sldMk cId="0" sldId="258"/>
        </pc:sldMkLst>
        <pc:spChg chg="mod">
          <ac:chgData name="" userId="b89b4bd4da123372" providerId="LiveId" clId="{0D35E421-9916-4C8E-817F-5031B1E5BA24}" dt="2026-08-08T07:19:35.459" v="141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20:48.432" v="175" actId="113"/>
          <ac:spMkLst>
            <pc:docMk/>
            <pc:sldMk cId="0" sldId="258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20:39.160" v="173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20:52.364" v="176" actId="113"/>
          <ac:spMkLst>
            <pc:docMk/>
            <pc:sldMk cId="0" sldId="258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21:05.641" v="178" actId="1076"/>
          <ac:spMkLst>
            <pc:docMk/>
            <pc:sldMk cId="0" sldId="258"/>
            <ac:spMk id="7" creationId="{00000000-0000-0000-0000-000000000000}"/>
          </ac:spMkLst>
        </pc:spChg>
        <pc:picChg chg="mod">
          <ac:chgData name="" userId="b89b4bd4da123372" providerId="LiveId" clId="{0D35E421-9916-4C8E-817F-5031B1E5BA24}" dt="2026-08-08T07:19:45.068" v="145" actId="14100"/>
          <ac:picMkLst>
            <pc:docMk/>
            <pc:sldMk cId="0" sldId="258"/>
            <ac:picMk id="3" creationId="{00000000-0000-0000-0000-000000000000}"/>
          </ac:picMkLst>
        </pc:picChg>
      </pc:sldChg>
      <pc:sldChg chg="delSp modSp">
        <pc:chgData name="" userId="b89b4bd4da123372" providerId="LiveId" clId="{0D35E421-9916-4C8E-817F-5031B1E5BA24}" dt="2026-08-08T07:28:29.001" v="235" actId="1076"/>
        <pc:sldMkLst>
          <pc:docMk/>
          <pc:sldMk cId="0" sldId="259"/>
        </pc:sldMkLst>
        <pc:spChg chg="mod">
          <ac:chgData name="" userId="b89b4bd4da123372" providerId="LiveId" clId="{0D35E421-9916-4C8E-817F-5031B1E5BA24}" dt="2026-08-08T07:26:46.242" v="217" actId="122"/>
          <ac:spMkLst>
            <pc:docMk/>
            <pc:sldMk cId="0" sldId="259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22:32.088" v="189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22:20.330" v="187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26:53.845" v="218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27:06.462" v="22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24:38.557" v="203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24:33.654" v="20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" userId="b89b4bd4da123372" providerId="LiveId" clId="{0D35E421-9916-4C8E-817F-5031B1E5BA24}" dt="2026-08-08T07:27:49.510" v="227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" userId="b89b4bd4da123372" providerId="LiveId" clId="{0D35E421-9916-4C8E-817F-5031B1E5BA24}" dt="2026-08-08T07:27:59.789" v="22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" userId="b89b4bd4da123372" providerId="LiveId" clId="{0D35E421-9916-4C8E-817F-5031B1E5BA24}" dt="2026-08-08T07:23:06.760" v="193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" userId="b89b4bd4da123372" providerId="LiveId" clId="{0D35E421-9916-4C8E-817F-5031B1E5BA24}" dt="2026-08-08T07:23:13.323" v="194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" userId="b89b4bd4da123372" providerId="LiveId" clId="{0D35E421-9916-4C8E-817F-5031B1E5BA24}" dt="2026-08-08T07:27:12.415" v="221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" userId="b89b4bd4da123372" providerId="LiveId" clId="{0D35E421-9916-4C8E-817F-5031B1E5BA24}" dt="2026-08-08T07:27:22.012" v="223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" userId="b89b4bd4da123372" providerId="LiveId" clId="{0D35E421-9916-4C8E-817F-5031B1E5BA24}" dt="2026-08-08T07:25:36.002" v="209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" userId="b89b4bd4da123372" providerId="LiveId" clId="{0D35E421-9916-4C8E-817F-5031B1E5BA24}" dt="2026-08-08T07:25:21.404" v="206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" userId="b89b4bd4da123372" providerId="LiveId" clId="{0D35E421-9916-4C8E-817F-5031B1E5BA24}" dt="2026-08-08T07:28:05.521" v="230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" userId="b89b4bd4da123372" providerId="LiveId" clId="{0D35E421-9916-4C8E-817F-5031B1E5BA24}" dt="2026-08-08T07:28:13.472" v="232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" userId="b89b4bd4da123372" providerId="LiveId" clId="{0D35E421-9916-4C8E-817F-5031B1E5BA24}" dt="2026-08-08T07:23:42.402" v="197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" userId="b89b4bd4da123372" providerId="LiveId" clId="{0D35E421-9916-4C8E-817F-5031B1E5BA24}" dt="2026-08-08T07:23:49.288" v="198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" userId="b89b4bd4da123372" providerId="LiveId" clId="{0D35E421-9916-4C8E-817F-5031B1E5BA24}" dt="2026-08-08T07:27:28.135" v="224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" userId="b89b4bd4da123372" providerId="LiveId" clId="{0D35E421-9916-4C8E-817F-5031B1E5BA24}" dt="2026-08-08T07:27:42.613" v="226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" userId="b89b4bd4da123372" providerId="LiveId" clId="{0D35E421-9916-4C8E-817F-5031B1E5BA24}" dt="2026-08-08T07:26:36.995" v="216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" userId="b89b4bd4da123372" providerId="LiveId" clId="{0D35E421-9916-4C8E-817F-5031B1E5BA24}" dt="2026-08-08T07:26:04.840" v="213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" userId="b89b4bd4da123372" providerId="LiveId" clId="{0D35E421-9916-4C8E-817F-5031B1E5BA24}" dt="2026-08-08T07:28:19.889" v="233" actId="40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" userId="b89b4bd4da123372" providerId="LiveId" clId="{0D35E421-9916-4C8E-817F-5031B1E5BA24}" dt="2026-08-08T07:28:29.001" v="235" actId="1076"/>
          <ac:spMkLst>
            <pc:docMk/>
            <pc:sldMk cId="0" sldId="259"/>
            <ac:spMk id="27" creationId="{00000000-0000-0000-0000-000000000000}"/>
          </ac:spMkLst>
        </pc:spChg>
        <pc:picChg chg="del mod">
          <ac:chgData name="" userId="b89b4bd4da123372" providerId="LiveId" clId="{0D35E421-9916-4C8E-817F-5031B1E5BA24}" dt="2026-08-08T07:21:32.298" v="182" actId="478"/>
          <ac:picMkLst>
            <pc:docMk/>
            <pc:sldMk cId="0" sldId="259"/>
            <ac:picMk id="3" creationId="{00000000-0000-0000-0000-000000000000}"/>
          </ac:picMkLst>
        </pc:picChg>
      </pc:sldChg>
      <pc:sldChg chg="modSp">
        <pc:chgData name="" userId="b89b4bd4da123372" providerId="LiveId" clId="{0D35E421-9916-4C8E-817F-5031B1E5BA24}" dt="2026-08-08T07:31:01.635" v="286" actId="1076"/>
        <pc:sldMkLst>
          <pc:docMk/>
          <pc:sldMk cId="0" sldId="260"/>
        </pc:sldMkLst>
        <pc:spChg chg="mod">
          <ac:chgData name="" userId="b89b4bd4da123372" providerId="LiveId" clId="{0D35E421-9916-4C8E-817F-5031B1E5BA24}" dt="2026-08-08T07:29:19" v="249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30:30.468" v="281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31:01.635" v="286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30:52.974" v="284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30:49.235" v="28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30:43.487" v="282" actId="1076"/>
          <ac:spMkLst>
            <pc:docMk/>
            <pc:sldMk cId="0" sldId="260"/>
            <ac:spMk id="9" creationId="{00000000-0000-0000-0000-000000000000}"/>
          </ac:spMkLst>
        </pc:spChg>
        <pc:picChg chg="mod">
          <ac:chgData name="" userId="b89b4bd4da123372" providerId="LiveId" clId="{0D35E421-9916-4C8E-817F-5031B1E5BA24}" dt="2026-08-08T07:28:50.959" v="241" actId="14100"/>
          <ac:picMkLst>
            <pc:docMk/>
            <pc:sldMk cId="0" sldId="260"/>
            <ac:picMk id="3" creationId="{00000000-0000-0000-0000-000000000000}"/>
          </ac:picMkLst>
        </pc:picChg>
      </pc:sldChg>
      <pc:sldChg chg="modSp">
        <pc:chgData name="" userId="b89b4bd4da123372" providerId="LiveId" clId="{0D35E421-9916-4C8E-817F-5031B1E5BA24}" dt="2026-08-08T07:33:48.662" v="313" actId="27636"/>
        <pc:sldMkLst>
          <pc:docMk/>
          <pc:sldMk cId="0" sldId="261"/>
        </pc:sldMkLst>
        <pc:spChg chg="mod">
          <ac:chgData name="" userId="b89b4bd4da123372" providerId="LiveId" clId="{0D35E421-9916-4C8E-817F-5031B1E5BA24}" dt="2026-08-08T07:32:56.662" v="299" actId="1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32:37.448" v="295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32:52.732" v="298" actId="113"/>
          <ac:spMkLst>
            <pc:docMk/>
            <pc:sldMk cId="0" sldId="261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33:22.751" v="308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" userId="b89b4bd4da123372" providerId="LiveId" clId="{0D35E421-9916-4C8E-817F-5031B1E5BA24}" dt="2026-08-08T07:33:42.195" v="311" actId="11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" userId="b89b4bd4da123372" providerId="LiveId" clId="{0D35E421-9916-4C8E-817F-5031B1E5BA24}" dt="2026-08-08T07:33:34.194" v="310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" userId="b89b4bd4da123372" providerId="LiveId" clId="{0D35E421-9916-4C8E-817F-5031B1E5BA24}" dt="2026-08-08T07:33:48.662" v="313" actId="27636"/>
          <ac:spMkLst>
            <pc:docMk/>
            <pc:sldMk cId="0" sldId="261"/>
            <ac:spMk id="13" creationId="{00000000-0000-0000-0000-000000000000}"/>
          </ac:spMkLst>
        </pc:spChg>
        <pc:picChg chg="mod">
          <ac:chgData name="" userId="b89b4bd4da123372" providerId="LiveId" clId="{0D35E421-9916-4C8E-817F-5031B1E5BA24}" dt="2026-08-08T07:31:37.711" v="289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modSp">
        <pc:chgData name="" userId="b89b4bd4da123372" providerId="LiveId" clId="{0D35E421-9916-4C8E-817F-5031B1E5BA24}" dt="2026-08-08T07:35:42.387" v="342" actId="1076"/>
        <pc:sldMkLst>
          <pc:docMk/>
          <pc:sldMk cId="0" sldId="262"/>
        </pc:sldMkLst>
        <pc:spChg chg="mod">
          <ac:chgData name="" userId="b89b4bd4da123372" providerId="LiveId" clId="{0D35E421-9916-4C8E-817F-5031B1E5BA24}" dt="2026-08-08T07:34:00.678" v="314" actId="113"/>
          <ac:spMkLst>
            <pc:docMk/>
            <pc:sldMk cId="0" sldId="262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34:05.442" v="317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35:42.387" v="34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35:37.462" v="341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35:31.799" v="340" actId="113"/>
          <ac:spMkLst>
            <pc:docMk/>
            <pc:sldMk cId="0" sldId="262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35:20.806" v="338" actId="1076"/>
          <ac:spMkLst>
            <pc:docMk/>
            <pc:sldMk cId="0" sldId="262"/>
            <ac:spMk id="9" creationId="{00000000-0000-0000-0000-000000000000}"/>
          </ac:spMkLst>
        </pc:spChg>
        <pc:picChg chg="mod">
          <ac:chgData name="" userId="b89b4bd4da123372" providerId="LiveId" clId="{0D35E421-9916-4C8E-817F-5031B1E5BA24}" dt="2026-08-08T07:32:26.497" v="293" actId="14100"/>
          <ac:picMkLst>
            <pc:docMk/>
            <pc:sldMk cId="0" sldId="262"/>
            <ac:picMk id="3" creationId="{00000000-0000-0000-0000-000000000000}"/>
          </ac:picMkLst>
        </pc:picChg>
      </pc:sldChg>
      <pc:sldChg chg="modSp">
        <pc:chgData name="" userId="b89b4bd4da123372" providerId="LiveId" clId="{0D35E421-9916-4C8E-817F-5031B1E5BA24}" dt="2026-08-08T07:37:50.683" v="357" actId="1076"/>
        <pc:sldMkLst>
          <pc:docMk/>
          <pc:sldMk cId="0" sldId="263"/>
        </pc:sldMkLst>
        <pc:spChg chg="mod">
          <ac:chgData name="" userId="b89b4bd4da123372" providerId="LiveId" clId="{0D35E421-9916-4C8E-817F-5031B1E5BA24}" dt="2026-08-08T07:36:19.479" v="343" actId="1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36:25.298" v="344" actId="113"/>
          <ac:spMkLst>
            <pc:docMk/>
            <pc:sldMk cId="0" sldId="263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36:30.513" v="345" actId="404"/>
          <ac:spMkLst>
            <pc:docMk/>
            <pc:sldMk cId="0" sldId="263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36:41.478" v="347" actId="113"/>
          <ac:spMkLst>
            <pc:docMk/>
            <pc:sldMk cId="0" sldId="263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36:45.094" v="348" actId="404"/>
          <ac:spMkLst>
            <pc:docMk/>
            <pc:sldMk cId="0" sldId="263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36:52.612" v="349" actId="11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" userId="b89b4bd4da123372" providerId="LiveId" clId="{0D35E421-9916-4C8E-817F-5031B1E5BA24}" dt="2026-08-08T07:36:56.536" v="350" actId="40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" userId="b89b4bd4da123372" providerId="LiveId" clId="{0D35E421-9916-4C8E-817F-5031B1E5BA24}" dt="2026-08-08T07:37:50.683" v="357" actId="1076"/>
          <ac:spMkLst>
            <pc:docMk/>
            <pc:sldMk cId="0" sldId="263"/>
            <ac:spMk id="12" creationId="{00000000-0000-0000-0000-000000000000}"/>
          </ac:spMkLst>
        </pc:spChg>
      </pc:sldChg>
      <pc:sldChg chg="delSp modSp">
        <pc:chgData name="" userId="b89b4bd4da123372" providerId="LiveId" clId="{0D35E421-9916-4C8E-817F-5031B1E5BA24}" dt="2026-08-08T07:41:14.724" v="403" actId="478"/>
        <pc:sldMkLst>
          <pc:docMk/>
          <pc:sldMk cId="0" sldId="264"/>
        </pc:sldMkLst>
        <pc:spChg chg="mod">
          <ac:chgData name="" userId="b89b4bd4da123372" providerId="LiveId" clId="{0D35E421-9916-4C8E-817F-5031B1E5BA24}" dt="2026-08-08T07:38:16.232" v="363" actId="113"/>
          <ac:spMkLst>
            <pc:docMk/>
            <pc:sldMk cId="0" sldId="264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39:35.913" v="386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39:48.239" v="388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" userId="b89b4bd4da123372" providerId="LiveId" clId="{0D35E421-9916-4C8E-817F-5031B1E5BA24}" dt="2026-08-08T07:40:07.045" v="395" actId="27636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" userId="b89b4bd4da123372" providerId="LiveId" clId="{0D35E421-9916-4C8E-817F-5031B1E5BA24}" dt="2026-08-08T07:41:09.472" v="400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41:12.619" v="401" actId="20577"/>
          <ac:spMkLst>
            <pc:docMk/>
            <pc:sldMk cId="0" sldId="264"/>
            <ac:spMk id="10" creationId="{00000000-0000-0000-0000-000000000000}"/>
          </ac:spMkLst>
        </pc:spChg>
        <pc:picChg chg="mod">
          <ac:chgData name="" userId="b89b4bd4da123372" providerId="LiveId" clId="{0D35E421-9916-4C8E-817F-5031B1E5BA24}" dt="2026-08-08T07:38:06.596" v="361" actId="14100"/>
          <ac:picMkLst>
            <pc:docMk/>
            <pc:sldMk cId="0" sldId="264"/>
            <ac:picMk id="3" creationId="{00000000-0000-0000-0000-000000000000}"/>
          </ac:picMkLst>
        </pc:picChg>
        <pc:picChg chg="del mod">
          <ac:chgData name="" userId="b89b4bd4da123372" providerId="LiveId" clId="{0D35E421-9916-4C8E-817F-5031B1E5BA24}" dt="2026-08-08T07:41:14.724" v="403" actId="478"/>
          <ac:picMkLst>
            <pc:docMk/>
            <pc:sldMk cId="0" sldId="264"/>
            <ac:picMk id="9" creationId="{00000000-0000-0000-0000-000000000000}"/>
          </ac:picMkLst>
        </pc:picChg>
      </pc:sldChg>
      <pc:sldChg chg="delSp modSp">
        <pc:chgData name="" userId="b89b4bd4da123372" providerId="LiveId" clId="{0D35E421-9916-4C8E-817F-5031B1E5BA24}" dt="2026-08-08T07:47:18.279" v="523" actId="122"/>
        <pc:sldMkLst>
          <pc:docMk/>
          <pc:sldMk cId="0" sldId="265"/>
        </pc:sldMkLst>
        <pc:spChg chg="mod">
          <ac:chgData name="" userId="b89b4bd4da123372" providerId="LiveId" clId="{0D35E421-9916-4C8E-817F-5031B1E5BA24}" dt="2026-08-08T07:47:18.279" v="523" actId="122"/>
          <ac:spMkLst>
            <pc:docMk/>
            <pc:sldMk cId="0" sldId="265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41:33.263" v="405" actId="113"/>
          <ac:spMkLst>
            <pc:docMk/>
            <pc:sldMk cId="0" sldId="265"/>
            <ac:spMk id="3" creationId="{00000000-0000-0000-0000-000000000000}"/>
          </ac:spMkLst>
        </pc:spChg>
        <pc:spChg chg="mod">
          <ac:chgData name="" userId="b89b4bd4da123372" providerId="LiveId" clId="{0D35E421-9916-4C8E-817F-5031B1E5BA24}" dt="2026-08-08T07:42:03.384" v="412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" userId="b89b4bd4da123372" providerId="LiveId" clId="{0D35E421-9916-4C8E-817F-5031B1E5BA24}" dt="2026-08-08T07:44:36.782" v="454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" userId="b89b4bd4da123372" providerId="LiveId" clId="{0D35E421-9916-4C8E-817F-5031B1E5BA24}" dt="2026-08-08T07:42:10.682" v="413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" userId="b89b4bd4da123372" providerId="LiveId" clId="{0D35E421-9916-4C8E-817F-5031B1E5BA24}" dt="2026-08-08T07:43:33.857" v="439" actId="25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" userId="b89b4bd4da123372" providerId="LiveId" clId="{0D35E421-9916-4C8E-817F-5031B1E5BA24}" dt="2026-08-08T07:41:50.973" v="411" actId="25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" userId="b89b4bd4da123372" providerId="LiveId" clId="{0D35E421-9916-4C8E-817F-5031B1E5BA24}" dt="2026-08-08T07:43:03.772" v="434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" userId="b89b4bd4da123372" providerId="LiveId" clId="{0D35E421-9916-4C8E-817F-5031B1E5BA24}" dt="2026-08-08T07:43:45.980" v="441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" userId="b89b4bd4da123372" providerId="LiveId" clId="{0D35E421-9916-4C8E-817F-5031B1E5BA24}" dt="2026-08-08T07:42:26.971" v="418" actId="40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" userId="b89b4bd4da123372" providerId="LiveId" clId="{0D35E421-9916-4C8E-817F-5031B1E5BA24}" dt="2026-08-08T07:43:10.870" v="435" actId="255"/>
          <ac:spMkLst>
            <pc:docMk/>
            <pc:sldMk cId="0" sldId="265"/>
            <ac:spMk id="19" creationId="{00000000-0000-0000-0000-000000000000}"/>
          </ac:spMkLst>
        </pc:spChg>
        <pc:spChg chg="mod">
          <ac:chgData name="" userId="b89b4bd4da123372" providerId="LiveId" clId="{0D35E421-9916-4C8E-817F-5031B1E5BA24}" dt="2026-08-08T07:43:57.155" v="444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" userId="b89b4bd4da123372" providerId="LiveId" clId="{0D35E421-9916-4C8E-817F-5031B1E5BA24}" dt="2026-08-08T07:42:36.064" v="423" actId="403"/>
          <ac:spMkLst>
            <pc:docMk/>
            <pc:sldMk cId="0" sldId="265"/>
            <ac:spMk id="21" creationId="{00000000-0000-0000-0000-000000000000}"/>
          </ac:spMkLst>
        </pc:spChg>
        <pc:spChg chg="mod">
          <ac:chgData name="" userId="b89b4bd4da123372" providerId="LiveId" clId="{0D35E421-9916-4C8E-817F-5031B1E5BA24}" dt="2026-08-08T07:43:16.561" v="436" actId="255"/>
          <ac:spMkLst>
            <pc:docMk/>
            <pc:sldMk cId="0" sldId="265"/>
            <ac:spMk id="22" creationId="{00000000-0000-0000-0000-000000000000}"/>
          </ac:spMkLst>
        </pc:spChg>
        <pc:spChg chg="mod">
          <ac:chgData name="" userId="b89b4bd4da123372" providerId="LiveId" clId="{0D35E421-9916-4C8E-817F-5031B1E5BA24}" dt="2026-08-08T07:44:05.594" v="447" actId="25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" userId="b89b4bd4da123372" providerId="LiveId" clId="{0D35E421-9916-4C8E-817F-5031B1E5BA24}" dt="2026-08-08T07:42:42.734" v="428" actId="403"/>
          <ac:spMkLst>
            <pc:docMk/>
            <pc:sldMk cId="0" sldId="265"/>
            <ac:spMk id="24" creationId="{00000000-0000-0000-0000-000000000000}"/>
          </ac:spMkLst>
        </pc:spChg>
        <pc:spChg chg="mod">
          <ac:chgData name="" userId="b89b4bd4da123372" providerId="LiveId" clId="{0D35E421-9916-4C8E-817F-5031B1E5BA24}" dt="2026-08-08T07:43:23.443" v="437" actId="25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" userId="b89b4bd4da123372" providerId="LiveId" clId="{0D35E421-9916-4C8E-817F-5031B1E5BA24}" dt="2026-08-08T07:44:12.257" v="450" actId="25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" userId="b89b4bd4da123372" providerId="LiveId" clId="{0D35E421-9916-4C8E-817F-5031B1E5BA24}" dt="2026-08-08T07:42:48.815" v="433" actId="403"/>
          <ac:spMkLst>
            <pc:docMk/>
            <pc:sldMk cId="0" sldId="265"/>
            <ac:spMk id="27" creationId="{00000000-0000-0000-0000-000000000000}"/>
          </ac:spMkLst>
        </pc:spChg>
        <pc:spChg chg="mod">
          <ac:chgData name="" userId="b89b4bd4da123372" providerId="LiveId" clId="{0D35E421-9916-4C8E-817F-5031B1E5BA24}" dt="2026-08-08T07:43:28.851" v="438" actId="25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" userId="b89b4bd4da123372" providerId="LiveId" clId="{0D35E421-9916-4C8E-817F-5031B1E5BA24}" dt="2026-08-08T07:44:24.044" v="453" actId="25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" userId="b89b4bd4da123372" providerId="LiveId" clId="{0D35E421-9916-4C8E-817F-5031B1E5BA24}" dt="2026-08-08T07:45:47.453" v="463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" userId="b89b4bd4da123372" providerId="LiveId" clId="{0D35E421-9916-4C8E-817F-5031B1E5BA24}" dt="2026-08-08T07:46:47.557" v="520" actId="2057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" userId="b89b4bd4da123372" providerId="LiveId" clId="{0D35E421-9916-4C8E-817F-5031B1E5BA24}" dt="2026-08-08T07:45:16.334" v="460" actId="20577"/>
          <ac:spMkLst>
            <pc:docMk/>
            <pc:sldMk cId="0" sldId="265"/>
            <ac:spMk id="33" creationId="{00000000-0000-0000-0000-000000000000}"/>
          </ac:spMkLst>
        </pc:spChg>
        <pc:picChg chg="del mod">
          <ac:chgData name="" userId="b89b4bd4da123372" providerId="LiveId" clId="{0D35E421-9916-4C8E-817F-5031B1E5BA24}" dt="2026-08-08T07:45:11.988" v="459" actId="478"/>
          <ac:picMkLst>
            <pc:docMk/>
            <pc:sldMk cId="0" sldId="265"/>
            <ac:picMk id="32" creationId="{00000000-0000-0000-0000-000000000000}"/>
          </ac:picMkLst>
        </pc:picChg>
      </pc:sldChg>
      <pc:sldChg chg="modSp">
        <pc:chgData name="" userId="b89b4bd4da123372" providerId="LiveId" clId="{0D35E421-9916-4C8E-817F-5031B1E5BA24}" dt="2026-08-08T07:48:16.246" v="538" actId="404"/>
        <pc:sldMkLst>
          <pc:docMk/>
          <pc:sldMk cId="0" sldId="266"/>
        </pc:sldMkLst>
        <pc:spChg chg="mod">
          <ac:chgData name="" userId="b89b4bd4da123372" providerId="LiveId" clId="{0D35E421-9916-4C8E-817F-5031B1E5BA24}" dt="2026-08-08T07:47:30.030" v="525" actId="122"/>
          <ac:spMkLst>
            <pc:docMk/>
            <pc:sldMk cId="0" sldId="266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47:45.220" v="530" actId="113"/>
          <ac:spMkLst>
            <pc:docMk/>
            <pc:sldMk cId="0" sldId="266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48:00.780" v="535" actId="404"/>
          <ac:spMkLst>
            <pc:docMk/>
            <pc:sldMk cId="0" sldId="266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47:48.702" v="531" actId="113"/>
          <ac:spMkLst>
            <pc:docMk/>
            <pc:sldMk cId="0" sldId="266"/>
            <ac:spMk id="7" creationId="{00000000-0000-0000-0000-000000000000}"/>
          </ac:spMkLst>
        </pc:spChg>
        <pc:spChg chg="mod">
          <ac:chgData name="" userId="b89b4bd4da123372" providerId="LiveId" clId="{0D35E421-9916-4C8E-817F-5031B1E5BA24}" dt="2026-08-08T07:48:11.295" v="537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47:54.630" v="534" actId="11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" userId="b89b4bd4da123372" providerId="LiveId" clId="{0D35E421-9916-4C8E-817F-5031B1E5BA24}" dt="2026-08-08T07:48:16.246" v="538" actId="404"/>
          <ac:spMkLst>
            <pc:docMk/>
            <pc:sldMk cId="0" sldId="266"/>
            <ac:spMk id="11" creationId="{00000000-0000-0000-0000-000000000000}"/>
          </ac:spMkLst>
        </pc:spChg>
      </pc:sldChg>
      <pc:sldChg chg="modSp">
        <pc:chgData name="" userId="b89b4bd4da123372" providerId="LiveId" clId="{0D35E421-9916-4C8E-817F-5031B1E5BA24}" dt="2026-08-08T07:49:37.337" v="561" actId="403"/>
        <pc:sldMkLst>
          <pc:docMk/>
          <pc:sldMk cId="0" sldId="267"/>
        </pc:sldMkLst>
        <pc:spChg chg="mod">
          <ac:chgData name="" userId="b89b4bd4da123372" providerId="LiveId" clId="{0D35E421-9916-4C8E-817F-5031B1E5BA24}" dt="2026-08-08T07:48:24.307" v="539" actId="113"/>
          <ac:spMkLst>
            <pc:docMk/>
            <pc:sldMk cId="0" sldId="267"/>
            <ac:spMk id="2" creationId="{00000000-0000-0000-0000-000000000000}"/>
          </ac:spMkLst>
        </pc:spChg>
        <pc:spChg chg="mod">
          <ac:chgData name="" userId="b89b4bd4da123372" providerId="LiveId" clId="{0D35E421-9916-4C8E-817F-5031B1E5BA24}" dt="2026-08-08T07:48:52.286" v="546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" userId="b89b4bd4da123372" providerId="LiveId" clId="{0D35E421-9916-4C8E-817F-5031B1E5BA24}" dt="2026-08-08T07:48:56.610" v="547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" userId="b89b4bd4da123372" providerId="LiveId" clId="{0D35E421-9916-4C8E-817F-5031B1E5BA24}" dt="2026-08-08T07:49:03.164" v="549" actId="113"/>
          <ac:spMkLst>
            <pc:docMk/>
            <pc:sldMk cId="0" sldId="267"/>
            <ac:spMk id="5" creationId="{00000000-0000-0000-0000-000000000000}"/>
          </ac:spMkLst>
        </pc:spChg>
        <pc:spChg chg="mod">
          <ac:chgData name="" userId="b89b4bd4da123372" providerId="LiveId" clId="{0D35E421-9916-4C8E-817F-5031B1E5BA24}" dt="2026-08-08T07:49:08.997" v="551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" userId="b89b4bd4da123372" providerId="LiveId" clId="{0D35E421-9916-4C8E-817F-5031B1E5BA24}" dt="2026-08-08T07:49:14.720" v="553" actId="403"/>
          <ac:spMkLst>
            <pc:docMk/>
            <pc:sldMk cId="0" sldId="267"/>
            <ac:spMk id="11" creationId="{00000000-0000-0000-0000-000000000000}"/>
          </ac:spMkLst>
        </pc:spChg>
        <pc:spChg chg="mod">
          <ac:chgData name="" userId="b89b4bd4da123372" providerId="LiveId" clId="{0D35E421-9916-4C8E-817F-5031B1E5BA24}" dt="2026-08-08T07:49:19.863" v="555" actId="403"/>
          <ac:spMkLst>
            <pc:docMk/>
            <pc:sldMk cId="0" sldId="267"/>
            <ac:spMk id="14" creationId="{00000000-0000-0000-0000-000000000000}"/>
          </ac:spMkLst>
        </pc:spChg>
        <pc:spChg chg="mod">
          <ac:chgData name="" userId="b89b4bd4da123372" providerId="LiveId" clId="{0D35E421-9916-4C8E-817F-5031B1E5BA24}" dt="2026-08-08T07:49:25.629" v="557" actId="403"/>
          <ac:spMkLst>
            <pc:docMk/>
            <pc:sldMk cId="0" sldId="267"/>
            <ac:spMk id="17" creationId="{00000000-0000-0000-0000-000000000000}"/>
          </ac:spMkLst>
        </pc:spChg>
        <pc:spChg chg="mod">
          <ac:chgData name="" userId="b89b4bd4da123372" providerId="LiveId" clId="{0D35E421-9916-4C8E-817F-5031B1E5BA24}" dt="2026-08-08T07:49:32.735" v="559" actId="403"/>
          <ac:spMkLst>
            <pc:docMk/>
            <pc:sldMk cId="0" sldId="267"/>
            <ac:spMk id="20" creationId="{00000000-0000-0000-0000-000000000000}"/>
          </ac:spMkLst>
        </pc:spChg>
        <pc:spChg chg="mod">
          <ac:chgData name="" userId="b89b4bd4da123372" providerId="LiveId" clId="{0D35E421-9916-4C8E-817F-5031B1E5BA24}" dt="2026-08-08T07:49:37.337" v="561" actId="403"/>
          <ac:spMkLst>
            <pc:docMk/>
            <pc:sldMk cId="0" sldId="267"/>
            <ac:spMk id="23" creationId="{00000000-0000-0000-0000-000000000000}"/>
          </ac:spMkLst>
        </pc:spChg>
      </pc:sldChg>
      <pc:sldMasterChg chg="modSldLayout">
        <pc:chgData name="" userId="b89b4bd4da123372" providerId="LiveId" clId="{0D35E421-9916-4C8E-817F-5031B1E5BA24}" dt="2026-08-08T07:12:28.352" v="50" actId="478"/>
        <pc:sldMasterMkLst>
          <pc:docMk/>
          <pc:sldMasterMk cId="0" sldId="2147483648"/>
        </pc:sldMasterMkLst>
        <pc:sldLayoutChg chg="delSp">
          <pc:chgData name="" userId="b89b4bd4da123372" providerId="LiveId" clId="{0D35E421-9916-4C8E-817F-5031B1E5BA24}" dt="2026-08-08T07:12:22.362" v="49" actId="478"/>
          <pc:sldLayoutMkLst>
            <pc:docMk/>
            <pc:sldMasterMk cId="0" sldId="2147483648"/>
            <pc:sldLayoutMk cId="0" sldId="2147483650"/>
          </pc:sldLayoutMkLst>
          <pc:picChg chg="del">
            <ac:chgData name="" userId="b89b4bd4da123372" providerId="LiveId" clId="{0D35E421-9916-4C8E-817F-5031B1E5BA24}" dt="2026-08-08T07:12:22.362" v="49" actId="478"/>
            <ac:picMkLst>
              <pc:docMk/>
              <pc:sldMasterMk cId="0" sldId="2147483648"/>
              <pc:sldLayoutMk cId="0" sldId="2147483650"/>
              <ac:picMk id="4" creationId="{00000000-0000-0000-0000-000000000000}"/>
            </ac:picMkLst>
          </pc:picChg>
        </pc:sldLayoutChg>
        <pc:sldLayoutChg chg="delSp">
          <pc:chgData name="" userId="b89b4bd4da123372" providerId="LiveId" clId="{0D35E421-9916-4C8E-817F-5031B1E5BA24}" dt="2026-08-08T07:12:28.352" v="50" actId="478"/>
          <pc:sldLayoutMkLst>
            <pc:docMk/>
            <pc:sldMasterMk cId="0" sldId="2147483648"/>
            <pc:sldLayoutMk cId="0" sldId="2147483651"/>
          </pc:sldLayoutMkLst>
          <pc:picChg chg="del">
            <ac:chgData name="" userId="b89b4bd4da123372" providerId="LiveId" clId="{0D35E421-9916-4C8E-817F-5031B1E5BA24}" dt="2026-08-08T07:12:28.352" v="50" actId="478"/>
            <ac:picMkLst>
              <pc:docMk/>
              <pc:sldMasterMk cId="0" sldId="2147483648"/>
              <pc:sldLayoutMk cId="0" sldId="2147483651"/>
              <ac:picMk id="6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8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>
              <a:alpha val="80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3269" y="567559"/>
            <a:ext cx="11263202" cy="802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Security Audit of OWASP Juice Shop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-108253" y="1582666"/>
            <a:ext cx="12254310" cy="379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Major Project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87301" y="2080353"/>
            <a:ext cx="11263202" cy="45719"/>
          </a:xfrm>
          <a:prstGeom prst="roundRect">
            <a:avLst>
              <a:gd name="adj" fmla="val 49999"/>
            </a:avLst>
          </a:prstGeom>
          <a:solidFill>
            <a:srgbClr val="D4D4D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7301" y="2385025"/>
            <a:ext cx="11263202" cy="21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Submitted By: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Mehramjot Kaur</a:t>
            </a:r>
            <a:endParaRPr lang="en-US" dirty="0"/>
          </a:p>
          <a:p>
            <a:pPr marL="0" indent="0" algn="ctr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 Computer Science &amp; Engineering</a:t>
            </a:r>
            <a:endParaRPr lang="en-US" dirty="0"/>
          </a:p>
          <a:p>
            <a:pPr marL="0" indent="0" algn="ctr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Cybersecurity Training and Internship Program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73269" y="3877763"/>
            <a:ext cx="11263202" cy="45719"/>
          </a:xfrm>
          <a:prstGeom prst="roundRect">
            <a:avLst>
              <a:gd name="adj" fmla="val 49999"/>
            </a:avLst>
          </a:prstGeom>
          <a:solidFill>
            <a:srgbClr val="D4D4D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73269" y="4249951"/>
            <a:ext cx="11263202" cy="40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Tools Used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73269" y="4698961"/>
            <a:ext cx="11263202" cy="139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ctr">
              <a:lnSpc>
                <a:spcPct val="12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 Linux</a:t>
            </a:r>
            <a:endParaRPr lang="en-US" sz="1250" dirty="0"/>
          </a:p>
          <a:p>
            <a:pPr marL="285750" indent="-285750" algn="ctr">
              <a:lnSpc>
                <a:spcPct val="12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</a:t>
            </a:r>
            <a:endParaRPr lang="en-US" sz="1250" dirty="0"/>
          </a:p>
          <a:p>
            <a:pPr marL="285750" indent="-285750" algn="ctr">
              <a:lnSpc>
                <a:spcPct val="12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Nmap</a:t>
            </a:r>
            <a:endParaRPr lang="en-US" sz="1250" dirty="0"/>
          </a:p>
          <a:p>
            <a:pPr marL="285750" indent="-285750" algn="ctr">
              <a:lnSpc>
                <a:spcPct val="12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Suite Community Edition</a:t>
            </a:r>
            <a:endParaRPr lang="en-US" sz="1250" dirty="0"/>
          </a:p>
          <a:p>
            <a:pPr marL="285750" indent="-285750" algn="ctr">
              <a:lnSpc>
                <a:spcPct val="12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OWASP ZAP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-108253" y="6100500"/>
            <a:ext cx="12254310" cy="379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792967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Overview &amp;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736881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Scope</a:t>
            </a:r>
            <a:endParaRPr lang="en-US" sz="1550" b="1" dirty="0"/>
          </a:p>
        </p:txBody>
      </p:sp>
      <p:sp>
        <p:nvSpPr>
          <p:cNvPr id="4" name="Text 2"/>
          <p:cNvSpPr/>
          <p:nvPr/>
        </p:nvSpPr>
        <p:spPr>
          <a:xfrm>
            <a:off x="661475" y="2237064"/>
            <a:ext cx="4740842" cy="92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security assessment of Juice Shop deployed via Docker on TCP port 3000. Testing performed locally from a Kali Linux VM.      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3303488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Primary Objectives</a:t>
            </a:r>
            <a:endParaRPr lang="en-US" sz="1550" b="1" dirty="0"/>
          </a:p>
        </p:txBody>
      </p:sp>
      <p:sp>
        <p:nvSpPr>
          <p:cNvPr id="6" name="Text 4"/>
          <p:cNvSpPr/>
          <p:nvPr/>
        </p:nvSpPr>
        <p:spPr>
          <a:xfrm>
            <a:off x="661474" y="3801810"/>
            <a:ext cx="4215325" cy="1800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Reconnaissance &amp; application mapping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&amp; session testing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validation and XSS/SQL checks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selected OWASP Top 10 risks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scanning and risk-based remediation recommendations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5756" y="1080195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Assessment Workflow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-831631" y="5419077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F33469-E7B6-404F-AB38-274F9A95B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794" y="1430464"/>
            <a:ext cx="3067610" cy="50223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558" y="963017"/>
            <a:ext cx="10868745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Lab Environment &amp; Tools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63" y="1776247"/>
            <a:ext cx="3184634" cy="45825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1272" y="2196207"/>
            <a:ext cx="635519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Environment Architecture</a:t>
            </a:r>
            <a:endParaRPr lang="en-US" sz="1650" b="1" dirty="0"/>
          </a:p>
        </p:txBody>
      </p:sp>
      <p:sp>
        <p:nvSpPr>
          <p:cNvPr id="5" name="Text 2"/>
          <p:cNvSpPr/>
          <p:nvPr/>
        </p:nvSpPr>
        <p:spPr>
          <a:xfrm>
            <a:off x="5181272" y="2615009"/>
            <a:ext cx="635519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just">
              <a:lnSpc>
                <a:spcPct val="12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host → VirtualBox → Kali Linux VM hosting Docker. Juice Shop runs in a container exposed on localhost:3000. Testing performed with Burp Suite (proxy + manual interception), OWASP ZAP (automated passive scan), Nmap for         network/service discovery, and Firefox for UI interaction.      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81272" y="3802360"/>
            <a:ext cx="635519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Primary Tools &amp; Purpose</a:t>
            </a:r>
            <a:endParaRPr lang="en-US" sz="1650" b="1" dirty="0"/>
          </a:p>
        </p:txBody>
      </p:sp>
      <p:sp>
        <p:nvSpPr>
          <p:cNvPr id="7" name="Text 4"/>
          <p:cNvSpPr/>
          <p:nvPr/>
        </p:nvSpPr>
        <p:spPr>
          <a:xfrm>
            <a:off x="5181272" y="4245510"/>
            <a:ext cx="6355199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— Deploy Juice Shop container</a:t>
            </a:r>
            <a:endParaRPr lang="en-US" sz="14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Nmap — Port/service discovery and host fingerprinting</a:t>
            </a:r>
            <a:endParaRPr lang="en-US" sz="14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Suite — Intercept, tamper, and manual testing</a:t>
            </a:r>
            <a:endParaRPr lang="en-US" sz="14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OWASP ZAP — Automated passive scanning and header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359" y="665885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Security Assessment Methodology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708050" y="1659827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701512" y="1880954"/>
            <a:ext cx="5394488" cy="127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6" name="Text 3"/>
          <p:cNvSpPr/>
          <p:nvPr/>
        </p:nvSpPr>
        <p:spPr>
          <a:xfrm>
            <a:off x="701359" y="2019810"/>
            <a:ext cx="53944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Phase 1 — Lab Setup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1359" y="2314536"/>
            <a:ext cx="53944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Kali, deploy Docker container, confirm application reachability.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18676" y="1703141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5616" y="1893654"/>
            <a:ext cx="5394488" cy="127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0" name="Text 7"/>
          <p:cNvSpPr/>
          <p:nvPr/>
        </p:nvSpPr>
        <p:spPr>
          <a:xfrm>
            <a:off x="6175616" y="2028329"/>
            <a:ext cx="53944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Phase 2 — Reconnaissance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75616" y="2314002"/>
            <a:ext cx="53944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 scan, service enumeration, map application endpoints and pages.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1475" y="2720156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1475" y="2935064"/>
            <a:ext cx="5394488" cy="127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3085726"/>
            <a:ext cx="53944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Phase 3 — Authentication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1475" y="3402781"/>
            <a:ext cx="53944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Registration, login, invalid credential behavior, session token review.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58561" y="2758749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18676" y="2909719"/>
            <a:ext cx="5394488" cy="127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8" name="Text 15"/>
          <p:cNvSpPr/>
          <p:nvPr/>
        </p:nvSpPr>
        <p:spPr>
          <a:xfrm>
            <a:off x="6218676" y="3055648"/>
            <a:ext cx="53944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Phase 4 — Input Validation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18676" y="3380865"/>
            <a:ext cx="53944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search, profile, address, registration inputs for injection and XSS.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1512" y="386285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1475" y="4120272"/>
            <a:ext cx="5394488" cy="127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2" name="Text 19"/>
          <p:cNvSpPr/>
          <p:nvPr/>
        </p:nvSpPr>
        <p:spPr>
          <a:xfrm>
            <a:off x="661475" y="4238103"/>
            <a:ext cx="53944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Phase 5 — OWASP Top 10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1475" y="4556622"/>
            <a:ext cx="53944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manual tests supported by automated scans for configuration issues.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58560" y="3902575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06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18676" y="4120272"/>
            <a:ext cx="5394488" cy="1270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6" name="Text 23"/>
          <p:cNvSpPr/>
          <p:nvPr/>
        </p:nvSpPr>
        <p:spPr>
          <a:xfrm>
            <a:off x="6218676" y="4291020"/>
            <a:ext cx="53944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Phase 6 — Findings &amp; Remediation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18676" y="4629194"/>
            <a:ext cx="53944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analysis, prioritized recommendations, follow-up verification plan.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2557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Reconnaissance &amp; Application Mapping — Key Activities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12900"/>
            <a:ext cx="6096677" cy="4777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56634" y="1612900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Objective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7756634" y="1970088"/>
            <a:ext cx="3779837" cy="774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network services, ensure availability, enumerate accessible web endpoints prior to in‑depth testing.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56634" y="2858396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Activities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7756634" y="3155109"/>
            <a:ext cx="3779837" cy="151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Confirmed Juice Shop reachable at localhost:3000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 Nmap to discover open ports and HTTP service headers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Mapped primary pages (home, products, search, auth, profile, basket)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56634" y="4727181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Notable Observations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7756634" y="5077725"/>
            <a:ext cx="3779837" cy="1312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headers present; security header review later in automated scan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fingerprinting consistent with Juice Shop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5247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Authentication &amp; Session Testing — Results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90" y="1286570"/>
            <a:ext cx="6600496" cy="25847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4118273"/>
            <a:ext cx="3531901" cy="1405434"/>
          </a:xfrm>
          <a:prstGeom prst="roundRect">
            <a:avLst>
              <a:gd name="adj" fmla="val 1715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156" y="4297958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Registration</a:t>
            </a: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&amp; </a:t>
            </a:r>
            <a:r>
              <a:rPr lang="en-US" sz="15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Login</a:t>
            </a:r>
            <a:endParaRPr lang="en-US" sz="1550" b="1" dirty="0"/>
          </a:p>
        </p:txBody>
      </p:sp>
      <p:sp>
        <p:nvSpPr>
          <p:cNvPr id="6" name="Text 3"/>
          <p:cNvSpPr/>
          <p:nvPr/>
        </p:nvSpPr>
        <p:spPr>
          <a:xfrm>
            <a:off x="841156" y="4630837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 and login flows succeed under normal inputs; controls for required fields enforced.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29897" y="4118273"/>
            <a:ext cx="3531901" cy="1405434"/>
          </a:xfrm>
          <a:prstGeom prst="roundRect">
            <a:avLst>
              <a:gd name="adj" fmla="val 1715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9578" y="4297958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Invalid Login Handling</a:t>
            </a:r>
            <a:endParaRPr lang="en-US" sz="1550" b="1" dirty="0"/>
          </a:p>
        </p:txBody>
      </p:sp>
      <p:sp>
        <p:nvSpPr>
          <p:cNvPr id="9" name="Text 6"/>
          <p:cNvSpPr/>
          <p:nvPr/>
        </p:nvSpPr>
        <p:spPr>
          <a:xfrm>
            <a:off x="4509578" y="4630836"/>
            <a:ext cx="3309060" cy="71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Generic authentication failure messages shown — reduces user enumeration risk.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98319" y="4118273"/>
            <a:ext cx="3531901" cy="1405434"/>
          </a:xfrm>
          <a:prstGeom prst="roundRect">
            <a:avLst>
              <a:gd name="adj" fmla="val 1715"/>
            </a:avLst>
          </a:prstGeom>
          <a:solidFill>
            <a:srgbClr val="292C32"/>
          </a:solidFill>
          <a:ln w="19050">
            <a:solidFill>
              <a:srgbClr val="6164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78000" y="4297958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Session Management</a:t>
            </a:r>
            <a:endParaRPr lang="en-US" sz="1550" b="1" dirty="0"/>
          </a:p>
        </p:txBody>
      </p:sp>
      <p:sp>
        <p:nvSpPr>
          <p:cNvPr id="12" name="Text 9"/>
          <p:cNvSpPr/>
          <p:nvPr/>
        </p:nvSpPr>
        <p:spPr>
          <a:xfrm>
            <a:off x="8178000" y="4630837"/>
            <a:ext cx="3172539" cy="89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tokens issued on login and invalidated on logout. Session persisted during normal operation.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1475" y="5677297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Security observation: no obvious user enumeration. Recommend additional checks for token lifetimes, secure cookie flags (HttpOnly, Secure, SameSite), and session fixation protections.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7976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Input Validation Testing — Scope &amp; Findings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24559"/>
            <a:ext cx="6063701" cy="3725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2226" y="1788319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Tested Components</a:t>
            </a:r>
            <a:endParaRPr lang="en-US" sz="1450" b="1" dirty="0"/>
          </a:p>
        </p:txBody>
      </p:sp>
      <p:sp>
        <p:nvSpPr>
          <p:cNvPr id="5" name="Text 2"/>
          <p:cNvSpPr/>
          <p:nvPr/>
        </p:nvSpPr>
        <p:spPr>
          <a:xfrm>
            <a:off x="7972226" y="2145506"/>
            <a:ext cx="3564245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and registration forms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search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management and profile update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72226" y="3066828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Payloads Used</a:t>
            </a:r>
            <a:endParaRPr lang="en-US" sz="1450" b="1" dirty="0"/>
          </a:p>
        </p:txBody>
      </p:sp>
      <p:sp>
        <p:nvSpPr>
          <p:cNvPr id="7" name="Text 4"/>
          <p:cNvSpPr/>
          <p:nvPr/>
        </p:nvSpPr>
        <p:spPr>
          <a:xfrm>
            <a:off x="7972226" y="3429472"/>
            <a:ext cx="3564245" cy="556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' OR 1=1 -- ; &lt;script&gt;alert(1)&lt;/script&gt; ; special characters ; invalid email ; weak passwords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72226" y="4106739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Results</a:t>
            </a:r>
            <a:endParaRPr lang="en-US" sz="1450" b="1" dirty="0"/>
          </a:p>
        </p:txBody>
      </p:sp>
      <p:sp>
        <p:nvSpPr>
          <p:cNvPr id="9" name="Text 6"/>
          <p:cNvSpPr/>
          <p:nvPr/>
        </p:nvSpPr>
        <p:spPr>
          <a:xfrm>
            <a:off x="7972226" y="4463927"/>
            <a:ext cx="3704767" cy="1968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SQL injection observed with tested inputs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Stored/reflected XSS payloads did not execute in these tests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format and minimum password length validation enforce basic constraints</a:t>
            </a:r>
            <a:endParaRPr lang="en-US" sz="140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remained stable under tested inputs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462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OWASP Top 10 — Assessment Approach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85132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485132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Manual Testing</a:t>
            </a:r>
            <a:endParaRPr lang="en-US" sz="1850" b="1" dirty="0"/>
          </a:p>
        </p:txBody>
      </p:sp>
      <p:sp>
        <p:nvSpPr>
          <p:cNvPr id="5" name="Text 2"/>
          <p:cNvSpPr/>
          <p:nvPr/>
        </p:nvSpPr>
        <p:spPr>
          <a:xfrm>
            <a:off x="1370177" y="2893814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Burp Suite used for targeted injection, logic, and session tampering tests.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2485132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485132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Automated</a:t>
            </a: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Scanning</a:t>
            </a:r>
            <a:endParaRPr lang="en-US" sz="1850" b="1" dirty="0"/>
          </a:p>
        </p:txBody>
      </p:sp>
      <p:sp>
        <p:nvSpPr>
          <p:cNvPr id="8" name="Text 4"/>
          <p:cNvSpPr/>
          <p:nvPr/>
        </p:nvSpPr>
        <p:spPr>
          <a:xfrm>
            <a:off x="5071836" y="2893814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OWASP ZAP passive scan for headers, configuration issues, and information disclosure.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248513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485132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Coverage</a:t>
            </a:r>
            <a:endParaRPr lang="en-US" sz="1850" b="1" dirty="0"/>
          </a:p>
        </p:txBody>
      </p:sp>
      <p:sp>
        <p:nvSpPr>
          <p:cNvPr id="11" name="Text 6"/>
          <p:cNvSpPr/>
          <p:nvPr/>
        </p:nvSpPr>
        <p:spPr>
          <a:xfrm>
            <a:off x="8773496" y="2893814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authentication, session management, input validation, and security configuration (selected Top 10 categories).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25178" y="4618534"/>
            <a:ext cx="113413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Summary: Authentication and session handling validated; input validation controls observed. Automated scan highlighted header/configuration items for remediation review.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2375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Automated Assessment — OWASP ZAP Findings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0212"/>
            <a:ext cx="6075608" cy="3465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1842492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Scan Activities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7950993" y="2154236"/>
            <a:ext cx="3579227" cy="1376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crawling and passive scanning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security header analysis (CSP, HSTS, X-Frame-Options)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 and information disclosure checks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57244" y="3649425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Major Alerts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7957244" y="4028014"/>
            <a:ext cx="3579227" cy="1639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or weak HTTP security headers (recommend CSP &amp; HSTS)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disclosure in response headers or error pages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 items marked as informational — review before production deployment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785251" y="6007129"/>
            <a:ext cx="29769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0883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Findings &amp; Vulnerability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537593"/>
            <a:ext cx="640133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Vulnerability Matrix</a:t>
            </a:r>
            <a:endParaRPr lang="en-US" sz="1400" b="1" dirty="0"/>
          </a:p>
        </p:txBody>
      </p:sp>
      <p:sp>
        <p:nvSpPr>
          <p:cNvPr id="4" name="Shape 2"/>
          <p:cNvSpPr/>
          <p:nvPr/>
        </p:nvSpPr>
        <p:spPr>
          <a:xfrm>
            <a:off x="661475" y="1819374"/>
            <a:ext cx="6401334" cy="1667272"/>
          </a:xfrm>
          <a:prstGeom prst="roundRect">
            <a:avLst>
              <a:gd name="adj" fmla="val 110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099370"/>
            <a:ext cx="6401334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376190"/>
            <a:ext cx="6401334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653010"/>
            <a:ext cx="6401334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929830"/>
            <a:ext cx="6401334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206651"/>
            <a:ext cx="6401334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80617" y="1827053"/>
            <a:ext cx="7679" cy="166727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59375" y="1819374"/>
            <a:ext cx="7679" cy="166727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4504" y="1867704"/>
            <a:ext cx="355501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88296" y="1879898"/>
            <a:ext cx="19546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OWASP Category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5380" y="1879898"/>
            <a:ext cx="195783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853" y="2156718"/>
            <a:ext cx="355501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Content Security Policy Header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88296" y="2156718"/>
            <a:ext cx="19546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85380" y="2156718"/>
            <a:ext cx="195783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0853" y="2433538"/>
            <a:ext cx="355501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Anti-Clickjacking Protection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88296" y="2433538"/>
            <a:ext cx="19546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85380" y="2433538"/>
            <a:ext cx="195783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853" y="2710359"/>
            <a:ext cx="355501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Management Verification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88296" y="2710359"/>
            <a:ext cx="19546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85380" y="2710359"/>
            <a:ext cx="195783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0853" y="2987179"/>
            <a:ext cx="355501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Mechanism Verified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88296" y="2987179"/>
            <a:ext cx="19546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85380" y="2987179"/>
            <a:ext cx="195783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853" y="3263999"/>
            <a:ext cx="355501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Validation Assessment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88296" y="3263999"/>
            <a:ext cx="195466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85380" y="3263999"/>
            <a:ext cx="1957835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77482" y="1590408"/>
            <a:ext cx="416767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Risk Distribution</a:t>
            </a:r>
            <a:endParaRPr lang="en-US" sz="1400" b="1" dirty="0"/>
          </a:p>
        </p:txBody>
      </p:sp>
      <p:sp>
        <p:nvSpPr>
          <p:cNvPr id="31" name="Text 29"/>
          <p:cNvSpPr/>
          <p:nvPr/>
        </p:nvSpPr>
        <p:spPr>
          <a:xfrm>
            <a:off x="8577482" y="1878722"/>
            <a:ext cx="4167679" cy="2015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Level       | Count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                | 0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           | 2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                 | 1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Informational | 2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368792" y="5268913"/>
            <a:ext cx="416767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64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Recommended Security Improvements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13235"/>
            <a:ext cx="3277709" cy="2866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127647"/>
            <a:ext cx="274729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High Priority</a:t>
            </a:r>
            <a:endParaRPr lang="en-US" sz="1850" b="1" dirty="0"/>
          </a:p>
        </p:txBody>
      </p:sp>
      <p:sp>
        <p:nvSpPr>
          <p:cNvPr id="5" name="Text 2"/>
          <p:cNvSpPr/>
          <p:nvPr/>
        </p:nvSpPr>
        <p:spPr>
          <a:xfrm>
            <a:off x="977479" y="2618284"/>
            <a:ext cx="2747298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Content Security Policy (CSP)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Anti-Clickjacking Protection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 server-side input validation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691" y="1913235"/>
            <a:ext cx="3277709" cy="28661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2694" y="2127647"/>
            <a:ext cx="274729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Medium Priority</a:t>
            </a:r>
            <a:endParaRPr lang="en-US" sz="1850" b="1" dirty="0"/>
          </a:p>
        </p:txBody>
      </p:sp>
      <p:sp>
        <p:nvSpPr>
          <p:cNvPr id="8" name="Text 4"/>
          <p:cNvSpPr/>
          <p:nvPr/>
        </p:nvSpPr>
        <p:spPr>
          <a:xfrm>
            <a:off x="4722694" y="2618284"/>
            <a:ext cx="2655568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session management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authentication policies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information disclosure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1906" y="1913235"/>
            <a:ext cx="3390914" cy="39055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67910" y="2127647"/>
            <a:ext cx="286050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Long-Term</a:t>
            </a:r>
            <a:endParaRPr lang="en-US" sz="1850" b="1" dirty="0"/>
          </a:p>
        </p:txBody>
      </p:sp>
      <p:sp>
        <p:nvSpPr>
          <p:cNvPr id="11" name="Text 6"/>
          <p:cNvSpPr/>
          <p:nvPr/>
        </p:nvSpPr>
        <p:spPr>
          <a:xfrm>
            <a:off x="8467910" y="2618284"/>
            <a:ext cx="2860504" cy="298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periodic penetration testing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regular OWASP ZAP security scans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dependencies updated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security into the SDLC (DevSecOps)</a:t>
            </a:r>
            <a:endParaRPr lang="en-US" sz="14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OWASP Secure Coding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2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735047" y="1518246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1905335"/>
            <a:ext cx="5261439" cy="2175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deployed OWASP Juice Shop.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Conducted manual security assessment using Burp Suite and Nmap.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Performed automated vulnerability scanning using OWASP ZAP.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Evaluated selected OWASP Top 10 categories.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Documented findings with supporting evidence.</a:t>
            </a:r>
            <a:endParaRPr lang="en-US" sz="14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remediation recommendations to improve application security.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75131" y="138092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Learning Outcomes</a:t>
            </a:r>
            <a:endParaRPr lang="en-US" sz="1400" b="1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5131" y="1739702"/>
            <a:ext cx="141681" cy="1416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75131" y="1943795"/>
            <a:ext cx="5261439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8" name="Text 5"/>
          <p:cNvSpPr/>
          <p:nvPr/>
        </p:nvSpPr>
        <p:spPr>
          <a:xfrm>
            <a:off x="6275131" y="2052737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Web Application Security Testing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131" y="2481461"/>
            <a:ext cx="141681" cy="1416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75131" y="2685554"/>
            <a:ext cx="5261439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1" name="Text 7"/>
          <p:cNvSpPr/>
          <p:nvPr/>
        </p:nvSpPr>
        <p:spPr>
          <a:xfrm>
            <a:off x="6275131" y="2794496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Traffic Analysis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5131" y="3223220"/>
            <a:ext cx="141681" cy="1416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75131" y="3427313"/>
            <a:ext cx="5261439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9"/>
          <p:cNvSpPr/>
          <p:nvPr/>
        </p:nvSpPr>
        <p:spPr>
          <a:xfrm>
            <a:off x="6275131" y="3536255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&amp; Session Testing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5131" y="3964980"/>
            <a:ext cx="141681" cy="1416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5131" y="4169073"/>
            <a:ext cx="5261439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7" name="Text 11"/>
          <p:cNvSpPr/>
          <p:nvPr/>
        </p:nvSpPr>
        <p:spPr>
          <a:xfrm>
            <a:off x="6275131" y="4278015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Validation Assessment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5131" y="4706739"/>
            <a:ext cx="141681" cy="14168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275131" y="4910832"/>
            <a:ext cx="5261439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0" name="Text 13"/>
          <p:cNvSpPr/>
          <p:nvPr/>
        </p:nvSpPr>
        <p:spPr>
          <a:xfrm>
            <a:off x="6275131" y="5019774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Vulnerability Scanning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75131" y="5448498"/>
            <a:ext cx="141681" cy="14168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75131" y="5652591"/>
            <a:ext cx="5261439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3" name="Text 15"/>
          <p:cNvSpPr/>
          <p:nvPr/>
        </p:nvSpPr>
        <p:spPr>
          <a:xfrm>
            <a:off x="6275131" y="5761534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Security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9862"/>
            <a:ext cx="10868745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37472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192191"/>
            <a:ext cx="10868745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</a:t>
            </a:r>
            <a:endParaRPr lang="en-US" sz="18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Mehramjot Kaur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901</Words>
  <Application>Microsoft Office PowerPoint</Application>
  <PresentationFormat>Widescreen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IBM Plex Sans Light</vt:lpstr>
      <vt:lpstr>Arial</vt:lpstr>
      <vt:lpstr>Roboto Bold</vt:lpstr>
      <vt:lpstr>Roboto</vt:lpstr>
      <vt:lpstr>IBM Plex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Hp</cp:lastModifiedBy>
  <cp:revision>5</cp:revision>
  <dcterms:created xsi:type="dcterms:W3CDTF">2026-08-08T07:09:44Z</dcterms:created>
  <dcterms:modified xsi:type="dcterms:W3CDTF">2026-08-08T07:50:02Z</dcterms:modified>
</cp:coreProperties>
</file>